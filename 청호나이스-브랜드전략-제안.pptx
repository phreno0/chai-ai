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생애가치가 높다. 한번 선택하면 오래 이어지기 때문에, 첫 구매를 잡으려면 이들이 관심 있어 하는 제품으로 청호나이스에 진입시켜야 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만들어야 할 전환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요약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번거로운 준비 과정을 없애는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‘매니저 펭귄’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캐릭터 브랜딩 전략.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· 준비의 문제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268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커피에 반복 지출하는 독립 2030 — 생수를 사고 아이스커피를 매일 마시는 1~2인 가구.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물, 얼음, 커피를 각각 사서 만들어야 하는 번거로운 준비 루틴.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통합한 에스프레카페 — 세 가지 준비를 한 기기로 끝낸다.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· 아아 준비를 없애는 매니저, 펭귄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304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캐릭터 중심의 광고·SNS·팝업스토어.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5304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3592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다른 콘텐츠가 하나의 캐릭터 서사로 쌓인다.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5304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3592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청호나이스가 만든 캐릭터 자산을 다시 활용한다.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46268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61208" y="4956048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0057FF"/>
          </a:solidFill>
          <a:ln/>
        </p:spPr>
      </p:sp>
      <p:sp>
        <p:nvSpPr>
          <p:cNvPr id="23" name="Text 21"/>
          <p:cNvSpPr/>
          <p:nvPr/>
        </p:nvSpPr>
        <p:spPr>
          <a:xfrm>
            <a:off x="3261208" y="495604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 브랜드의 적합도와 구매 유도 확대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 광고는 다르지만,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코OO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LGOO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콘텐츠의 방향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pic>
        <p:nvPicPr>
          <p:cNvPr id="5" name="Image 0" descr="/home/user/CHAI-AI/assets/img/cho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57400"/>
            <a:ext cx="2540432" cy="1428993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596121"/>
            <a:ext cx="254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M 얼음정수기 ‘시원시원’편</a:t>
            </a:r>
            <a:endParaRPr lang="en-US" sz="850" dirty="0"/>
          </a:p>
        </p:txBody>
      </p:sp>
      <p:pic>
        <p:nvPicPr>
          <p:cNvPr id="7" name="Image 1" descr="/home/user/CHAI-AI/assets/img/cho-ice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2057400"/>
            <a:ext cx="2540432" cy="1428993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3436544" y="3596121"/>
            <a:ext cx="254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뉴 아이스트리 ‘얼음나무’편</a:t>
            </a:r>
            <a:endParaRPr lang="en-US" sz="850" dirty="0"/>
          </a:p>
        </p:txBody>
      </p:sp>
      <p:pic>
        <p:nvPicPr>
          <p:cNvPr id="9" name="Image 2" descr="/home/user/CHAI-AI/assets/img/cho-lovelytre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2057400"/>
            <a:ext cx="2540432" cy="1428993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6214720" y="3596121"/>
            <a:ext cx="254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뉴 러블리트리 브랜드필름</a:t>
            </a:r>
            <a:endParaRPr lang="en-US" sz="850" dirty="0"/>
          </a:p>
        </p:txBody>
      </p:sp>
      <p:pic>
        <p:nvPicPr>
          <p:cNvPr id="11" name="Image 3" descr="/home/user/CHAI-AI/assets/img/cho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2057400"/>
            <a:ext cx="2540432" cy="1428993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8992895" y="3596121"/>
            <a:ext cx="254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‘정수기에서 커피가 나와’편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58368" y="4263633"/>
            <a:ext cx="10874959" cy="914400"/>
          </a:xfrm>
          <a:prstGeom prst="roundRect">
            <a:avLst>
              <a:gd name="adj" fmla="val 9000"/>
            </a:avLst>
          </a:prstGeom>
          <a:solidFill>
            <a:srgbClr val="F5F5F7"/>
          </a:solidFill>
          <a:ln/>
        </p:spPr>
      </p:sp>
      <p:sp>
        <p:nvSpPr>
          <p:cNvPr id="14" name="Text 8"/>
          <p:cNvSpPr/>
          <p:nvPr/>
        </p:nvSpPr>
        <p:spPr>
          <a:xfrm>
            <a:off x="932688" y="4446513"/>
            <a:ext cx="103263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청호나이스는 숏폼과 AI 콘텐츠를 적극적으로 만들고 있다. 문제는 형식이 아니라 축적이다. 콘텐츠마다 말이 달라, 2030이 제품을 선택해야 할 이유가 하나의 브랜드 인상으로 남지 않는다.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658368" y="5324337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유튜브.</a:t>
            </a:r>
            <a:endParaRPr lang="en-US" sz="800" dirty="0"/>
          </a:p>
        </p:txBody>
      </p:sp>
      <p:sp>
        <p:nvSpPr>
          <p:cNvPr id="16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41116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3864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611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만들기 전에,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것을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 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5572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광고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3360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70564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4800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역사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8352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45556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9792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83344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0547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4784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58335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95539" y="2738628"/>
            <a:ext cx="100584" cy="100584"/>
          </a:xfrm>
          <a:prstGeom prst="ellipse">
            <a:avLst/>
          </a:prstGeom>
          <a:solidFill>
            <a:srgbClr val="1E9B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9775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마스코트 시스템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이미 가진 자산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정수·얼음·커피 올인원 제품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7588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세척과 위생 관리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과거 펭귄 광고 캐릭터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588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휘카페·캡슐·멤버십 접점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01407" y="4160520"/>
            <a:ext cx="182880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56271" y="4215384"/>
            <a:ext cx="1719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펭귄 캐릭터 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13087" y="4160520"/>
            <a:ext cx="192024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67951" y="4215384"/>
            <a:ext cx="18105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제품 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최초’·판매량·렌탈료 표현은 최종 제출 전 공식 자료와 날짜로 재확인.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볼 사람은 ‘2030’이 아니라,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생활자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생산성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커피를 마시는 데보다,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준비하는 데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더 많은 행동을 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10874959" cy="0"/>
          </a:xfrm>
          <a:prstGeom prst="line">
            <a:avLst/>
          </a:prstGeom>
          <a:noFill/>
          <a:ln w="25400">
            <a:solidFill>
              <a:srgbClr val="005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물·영양제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91463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247086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7086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테이크아웃 커피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3956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/>
          <p:nvPr/>
        </p:nvSpPr>
        <p:spPr>
          <a:xfrm>
            <a:off x="428335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8335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중 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584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아이스커피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5790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002094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790834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0834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운동 후 냉수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435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2083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2083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주문·재활용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80777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7081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069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행동에서 반복되는 마찰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4408" y="4123944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주문·운반·보관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카페 방문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얼음 트레이 관리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캡슐·머신 세척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필터·위생 걱정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6732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여러 기기의 공간 점유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59168" y="4069080"/>
            <a:ext cx="4474159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4251960"/>
            <a:ext cx="4016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“집에서 마시려고 머신은 샀는데, 얼음 없으면 결국 편의점에 가요.”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종료 후 팀 문장을 실제 응답자 발화로 교체. 마찰 지점 개수는 관찰 기록 반영.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0848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77440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8716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70662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307238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346704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45643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67588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4041648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315968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25696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64515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501091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16장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084832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77440"/>
            <a:ext cx="6302959" cy="749808"/>
          </a:xfrm>
          <a:prstGeom prst="roundRect">
            <a:avLst>
              <a:gd name="adj" fmla="val 10976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87168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31012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34670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346704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34670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67588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71246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712464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712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404164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407822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407822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40782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11538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5330952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58368" y="562356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" y="603504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875727" y="60350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가지고 있는 자산이다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3651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의미가 맞는다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6187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기능을 하나의 역할로 번역한다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246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3651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이후에도 계속 쓸 수 있다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" y="2340864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캐릭터를 빌리거나 새로 만드는 것보다, 청호나이스의 얼음정수기 역사와 연결할 수 있다.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7824" y="2834640"/>
            <a:ext cx="486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인지도는 조사 전이므로 “2030이 모두 기억하는 캐릭터”가 아니라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“청호나이스가 보유한 과거 광고 자산 후보”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말한다.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2464" y="2340864"/>
            <a:ext cx="486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52464" y="2651760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2464" y="2651760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91960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1960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45756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5756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99552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9552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52464" y="3035808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캐릭터를 가져온 것이 아니라, 얼음정수기의 핵심 기능과 자연스럽게 연결되는 캐릭터다.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77824" y="4306824"/>
            <a:ext cx="486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기능별로 설명하면 복잡하다. 펭귄의 역할 하나로 압축한다.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" y="4745736"/>
            <a:ext cx="4861408" cy="329184"/>
          </a:xfrm>
          <a:prstGeom prst="roundRect">
            <a:avLst>
              <a:gd name="adj" fmla="val 16667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745736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" y="5129784"/>
            <a:ext cx="486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별개인 장식이 아니라, 에스프레카페의 올인원 기능을 의인화한 존재다.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52464" y="4306824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주목도를 만들지만, 마스코트는 여러 채널에 축적된다.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52464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2464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광고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4860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4860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숏폼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331556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556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계산기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328252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8252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안내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210648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10648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가이드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52464" y="4965192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2464" y="4965192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4860" y="4965192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4860" y="4965192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88656" y="4965192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88656" y="4965192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74243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과거 펭귄 광고 스틸 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32688" y="41788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08813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450799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" y="483717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8813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44388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34730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191919"/>
          </a:solidFill>
          <a:ln/>
        </p:spPr>
      </p:sp>
      <p:sp>
        <p:nvSpPr>
          <p:cNvPr id="17" name="Text 15"/>
          <p:cNvSpPr/>
          <p:nvPr/>
        </p:nvSpPr>
        <p:spPr>
          <a:xfrm>
            <a:off x="660334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0334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820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현대화 펭귄 시안 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1628" y="4178808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7707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1628" y="450799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7707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83717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7707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5340096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5440680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5650992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측정은 구별 자산(Distinctive Brand Assets)의 두 축 — 인지도와 고유성 — 을 따른다(Romaniuk, Ehrenberg-Bass). 지표: 비보조 펭귄 회상률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2026-07-27T06:42:04Z</dcterms:created>
  <dcterms:modified xsi:type="dcterms:W3CDTF">2026-07-27T06:42:04Z</dcterms:modified>
</cp:coreProperties>
</file>