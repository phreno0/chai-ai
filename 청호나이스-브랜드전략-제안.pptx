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352648" y="34290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7512" y="3483864"/>
            <a:ext cx="53766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정수기 옆에 펭귄이 지키고 선 이미지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01 ]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41116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5980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02 ]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23864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78728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03 ]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06611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61475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04 ]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617720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764024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취향의 문제가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브랜드 장치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0848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77440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8716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의인화는 조건부로 작동한다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70662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사람의 성격을 부여하면 더 호의적으로 평가한다. 단,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효과가 난다.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307238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346704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45643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67588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캐릭터에 대한 신뢰는 브랜드 태도로 옮겨간다.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소비자일수록 효과가 컸다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청호나이스를 아직 모르는 2030에게 유리한 조건.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4041648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315968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25696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64515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일관되게 쓰인 캐릭터는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인지도·고유성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501091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 — 16장 검증 설계의 기준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084832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77440"/>
            <a:ext cx="6302959" cy="749808"/>
          </a:xfrm>
          <a:prstGeom prst="roundRect">
            <a:avLst>
              <a:gd name="adj" fmla="val 10976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87168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31012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34670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34670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34670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67588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71246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71246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712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404164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407822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407822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40782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11538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5330952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이론과 데이터 양쪽에서 효과가 확인된 방법이다.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58368" y="562356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주목을 빌리지만 캐릭터는 브랜드에 쌓인다. 그리고 이 카테고리에는 아직 주인이 없다.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603504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875727" y="60350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두꺼비는 복원된 것이 아니라,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다시 배치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됐다.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연구가 말하는 성공 조건 —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‘과거의 의미 + 지금의 기능’의 결합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두꺼비는 이 조건을 그대로 밟았다.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944368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0266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99616" y="3017520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진로 상표의 두꺼비. 장수와 복을 뜻하는 상징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4845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1990년대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99616" y="3639312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‘골드’ 시대를 지나며 사용 중단. 사실상 잠든 자산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4187952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27024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2019.4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99616" y="4261104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‘진로 이즈백’으로 부활 — 겨냥한 세대는 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과거 펭귄 광고 스틸 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32688" y="41788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8813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450799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" y="483717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8813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44388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4730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1919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34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334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820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현대화 펭귄 시안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1628" y="4178808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7707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1628" y="450799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7707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83717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7707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40096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5440680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5650992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측정은 구별 자산(Distinctive Brand Assets)의 두 축 — 인지도와 고유성 — 을 따른다(Romaniuk, Ehrenberg-Bass). 지표: 비보조 펭귄 회상률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2026-07-27T06:24:30Z</dcterms:created>
  <dcterms:modified xsi:type="dcterms:W3CDTF">2026-07-27T06:24:30Z</dcterms:modified>
</cp:coreProperties>
</file>